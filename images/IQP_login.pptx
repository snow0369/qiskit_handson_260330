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F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8" d="100"/>
          <a:sy n="88" d="100"/>
        </p:scale>
        <p:origin x="135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A24E5-200F-08D2-E431-053E2E02D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0D095E-B2FD-8FE4-8522-DD7AF90F9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05BE6C-7C3F-CDA2-1CE8-C07B7867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554D0-E9D4-BFE5-436F-DE80B989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EE00E8-574D-04B6-9DC7-3D842FFF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28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F81E6-C3A0-FEA2-3B5E-8BD7D1E7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77936-910E-962C-2FC6-184CE7549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3609DF-7583-0DC9-DDE0-82437FCC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4902E0-849A-E3A5-FF58-5A597E47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04516-D482-68F9-D6DA-4BC9421C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95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72713-A4F9-8B2D-CF11-500927187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EAD6AF-1E4C-F63B-3EFF-FC959E790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FF9386-BABD-A370-9FAB-FF7EB62B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BF54F-B468-2E0A-2AFE-0EBA9854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3E8036-0151-9EF3-954A-74E74562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1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92B0F-1D31-08C6-FAC9-A2F32615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68EA0F-BBD2-7971-9F90-807A81463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2D1579-BB7E-3A12-74D6-E9BB8B0BE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4586F2-50E7-1EA6-DD98-9A010BB2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D3461B-63ED-06E5-23E4-7143C105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4E7D67-7B29-A974-3D36-A6C8F916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9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0AC9F-695B-2E72-AF73-47573924A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A2588A-F105-C588-CF81-9D97E72C3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B50B82-3105-A511-FC7E-5D87B3E81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FA55BA-0A14-4E31-AEEF-0C42719B1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763CDF7-427E-D213-24E7-01CB1705E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BFA7E6-5F0E-1173-F350-20D6D1A1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D0AC95-79C6-5A44-6C0D-879B1D6F0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635190-88F5-3163-E49A-1EE72318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13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41F65-D7DD-FF5F-2CB7-05E2CC9B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D2F6F4-4F92-9EBC-C395-89A2F976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A2E4DD-27EA-54F5-C1E0-EC146BB0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A3EF74-B8CF-E784-5040-5299D683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88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5A0657-9F1A-7F70-7A3E-A78302D44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9604A2-6CE9-1EA2-F35C-71FC91A0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357BFB-CB7A-86A0-5D5E-C2711309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24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C67AA-B802-A671-ED83-0AD74BF0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223F2-3844-1936-5552-2C5379FF6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C9616C-FC86-66F9-D5AC-9E1B89B77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7228B9-24F3-8C56-30D0-E4457E2B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193642-BA07-D9E7-AF17-A9645E6B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6FD3C9-D2B4-BF55-FB74-6482A33A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05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01137-FAAC-AA97-887B-EC6BA7CE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B721D4-E8A0-C124-2754-824BCEFB0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9D09AB-4EF5-F8CB-809D-82363BBCF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51D45D-1976-ECA0-943D-D5278C77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AE1DE7-7D75-5B5A-21C1-F1DFC997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6F3F76-E1AE-7CEF-23D2-95235DC7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981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18C1D9-D908-DDD0-79D8-578A2875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96F457-08E6-2ECB-BA1C-E70F95C60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EB42D0-C1C1-AE6D-F256-F8BCE04D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B83635-064E-6BBD-201A-C27B0EDD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B6C99B-9AF7-3137-3AAF-AE00F839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12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FBEEF2-39B5-33E9-F093-E3F986599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048A79-7CDA-3725-565B-5DE614874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05A483-0CC7-6E39-294B-3AEABF07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D4BE6B-8639-40A3-94FA-3CA0DD12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053143-2E74-2D5F-5AF5-7259BB3C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56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4A7CB-74A8-65FB-855F-3BC1BA3D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3E818-0740-5584-7DAA-518399C0D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D9C97-D2B9-6C84-DE5F-0ABA7BA66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082EB-233E-49BD-95CD-613F828D150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9CCF8-71F2-C90D-2FF9-F5EB419AE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18A19-B61E-C89D-A099-C0A94CD6C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180F6-6C17-494C-BEB4-12F1FD35A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71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668AA06-5F0F-AD38-88E3-445B9905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81" y="1145618"/>
            <a:ext cx="3891806" cy="2724530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4DD0431-6B3A-B6D9-0E8B-379D8BAB4BDB}"/>
              </a:ext>
            </a:extLst>
          </p:cNvPr>
          <p:cNvSpPr/>
          <p:nvPr/>
        </p:nvSpPr>
        <p:spPr>
          <a:xfrm>
            <a:off x="3052506" y="2201929"/>
            <a:ext cx="609600" cy="6119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D2745B9-917D-38D7-6D2B-6E1CED484BAA}"/>
              </a:ext>
            </a:extLst>
          </p:cNvPr>
          <p:cNvGrpSpPr/>
          <p:nvPr/>
        </p:nvGrpSpPr>
        <p:grpSpPr>
          <a:xfrm>
            <a:off x="8749336" y="1096916"/>
            <a:ext cx="4747490" cy="2821934"/>
            <a:chOff x="8749336" y="1096916"/>
            <a:chExt cx="4747490" cy="282193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31CA2A4-CC56-5509-B9F7-F84BD0FB8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9336" y="1096916"/>
              <a:ext cx="4747490" cy="2821934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84E26B2-59E8-296B-9522-2DA04F9A0775}"/>
                </a:ext>
              </a:extLst>
            </p:cNvPr>
            <p:cNvSpPr/>
            <p:nvPr/>
          </p:nvSpPr>
          <p:spPr>
            <a:xfrm>
              <a:off x="11072327" y="3210071"/>
              <a:ext cx="1250302" cy="625153"/>
            </a:xfrm>
            <a:prstGeom prst="rect">
              <a:avLst/>
            </a:prstGeom>
            <a:noFill/>
            <a:ln w="38100">
              <a:solidFill>
                <a:srgbClr val="C1F5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06D9542-E0DA-AC3A-A7CC-869737167F79}"/>
              </a:ext>
            </a:extLst>
          </p:cNvPr>
          <p:cNvGrpSpPr/>
          <p:nvPr/>
        </p:nvGrpSpPr>
        <p:grpSpPr>
          <a:xfrm>
            <a:off x="-724849" y="1222008"/>
            <a:ext cx="3582080" cy="2571750"/>
            <a:chOff x="-724849" y="1146927"/>
            <a:chExt cx="3582080" cy="257175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CBA00B5-6698-A6CE-11D7-45FCBF846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724849" y="1146927"/>
              <a:ext cx="3582080" cy="2571750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6212ED3-29F2-6D01-708C-8E5ECE19AC92}"/>
                </a:ext>
              </a:extLst>
            </p:cNvPr>
            <p:cNvSpPr/>
            <p:nvPr/>
          </p:nvSpPr>
          <p:spPr>
            <a:xfrm>
              <a:off x="783244" y="3211287"/>
              <a:ext cx="870850" cy="435426"/>
            </a:xfrm>
            <a:prstGeom prst="rect">
              <a:avLst/>
            </a:prstGeom>
            <a:noFill/>
            <a:ln w="38100">
              <a:solidFill>
                <a:srgbClr val="C1F5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3D772DD7-C6E9-5392-A263-27AC8A6B75A8}"/>
              </a:ext>
            </a:extLst>
          </p:cNvPr>
          <p:cNvSpPr/>
          <p:nvPr/>
        </p:nvSpPr>
        <p:spPr>
          <a:xfrm>
            <a:off x="7944462" y="2201929"/>
            <a:ext cx="609600" cy="6119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00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Gwonhak Lee</dc:creator>
  <cp:lastModifiedBy>Gwonhak Lee</cp:lastModifiedBy>
  <cp:revision>1</cp:revision>
  <dcterms:created xsi:type="dcterms:W3CDTF">2026-03-24T05:55:39Z</dcterms:created>
  <dcterms:modified xsi:type="dcterms:W3CDTF">2026-03-24T06:01:55Z</dcterms:modified>
</cp:coreProperties>
</file>